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22" r:id="rId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2F5597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32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853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459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59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738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433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14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3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245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970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92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" name="click.wav"/>
          </p:stSnd>
        </p:sndAc>
      </p:transition>
    </mc:Choice>
    <mc:Fallback xmlns="">
      <p:transition>
        <p:sndAc>
          <p:stSnd>
            <p:snd r:embed="rId3" name="click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9E5CB-63BC-4CAE-9CB2-031548C5FE7F}" type="datetimeFigureOut">
              <a:rPr lang="es-CO" smtClean="0"/>
              <a:t>12/06/2025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FC302-9D2F-4927-A73B-CCBC1BF73D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659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13" name="click.wav"/>
          </p:stSnd>
        </p:sndAc>
      </p:transition>
    </mc:Choice>
    <mc:Fallback xmlns="">
      <p:transition>
        <p:sndAc>
          <p:stSnd>
            <p:snd r:embed="rId15" name="click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8246" y="1367957"/>
            <a:ext cx="5301504" cy="4719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>
                <a:solidFill>
                  <a:schemeClr val="accent1">
                    <a:lumMod val="75000"/>
                  </a:schemeClr>
                </a:solidFill>
              </a:rPr>
              <a:t>Fase </a:t>
            </a:r>
            <a:r>
              <a:rPr lang="es-MX" sz="2000" b="1" dirty="0" smtClean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Planeación y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Definición</a:t>
            </a:r>
          </a:p>
          <a:p>
            <a:pPr marL="0" indent="0">
              <a:buNone/>
            </a:pPr>
            <a:r>
              <a:rPr lang="es-CO" sz="2000" b="1" dirty="0" smtClean="0">
                <a:solidFill>
                  <a:schemeClr val="accent1">
                    <a:lumMod val="75000"/>
                  </a:schemeClr>
                </a:solidFill>
              </a:rPr>
              <a:t>Duración</a:t>
            </a:r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1 semanas </a:t>
            </a:r>
          </a:p>
          <a:p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Reunión de 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inicio (Camilo </a:t>
            </a:r>
            <a:r>
              <a:rPr lang="es-MX" sz="2000" dirty="0" err="1" smtClean="0">
                <a:solidFill>
                  <a:schemeClr val="accent1">
                    <a:lumMod val="75000"/>
                  </a:schemeClr>
                </a:solidFill>
              </a:rPr>
              <a:t>Cairasco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Definición </a:t>
            </a: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de objetivos y alcance del </a:t>
            </a:r>
            <a:r>
              <a:rPr lang="es-MX" sz="2000" dirty="0" err="1" smtClean="0">
                <a:solidFill>
                  <a:schemeClr val="accent1">
                    <a:lumMod val="75000"/>
                  </a:schemeClr>
                </a:solidFill>
              </a:rPr>
              <a:t>chatbot</a:t>
            </a:r>
            <a:endParaRPr lang="es-MX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Identificación </a:t>
            </a:r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de fuentes TXT y tipos de 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datos.</a:t>
            </a:r>
          </a:p>
          <a:p>
            <a:pPr marL="0" lvl="0" indent="0">
              <a:buNone/>
            </a:pPr>
            <a:r>
              <a:rPr lang="es-MX" sz="2000" b="1" dirty="0" smtClean="0">
                <a:solidFill>
                  <a:schemeClr val="accent1">
                    <a:lumMod val="75000"/>
                  </a:schemeClr>
                </a:solidFill>
              </a:rPr>
              <a:t>Entregables</a:t>
            </a:r>
          </a:p>
          <a:p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Acta de inicio del 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proyecto</a:t>
            </a:r>
          </a:p>
          <a:p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Documento de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planificación</a:t>
            </a:r>
          </a:p>
          <a:p>
            <a:pPr marL="0" indent="0">
              <a:buNone/>
            </a:pPr>
            <a:endParaRPr lang="es-CO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747681" y="132042"/>
            <a:ext cx="668318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MX" sz="66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Proyecto </a:t>
            </a:r>
            <a:r>
              <a:rPr lang="es-MX" sz="66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endParaRPr lang="es-CO" sz="6600" dirty="0"/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5449419" y="1367956"/>
            <a:ext cx="6410886" cy="471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000" b="1" dirty="0">
                <a:solidFill>
                  <a:schemeClr val="accent1">
                    <a:lumMod val="75000"/>
                  </a:schemeClr>
                </a:solidFill>
              </a:rPr>
              <a:t>Fase </a:t>
            </a:r>
            <a:r>
              <a:rPr lang="es-CO" sz="2000" b="1" dirty="0" smtClean="0">
                <a:solidFill>
                  <a:schemeClr val="accent1">
                    <a:lumMod val="75000"/>
                  </a:schemeClr>
                </a:solidFill>
              </a:rPr>
              <a:t>2: </a:t>
            </a:r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Levantamiento de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Requerimiento</a:t>
            </a:r>
          </a:p>
          <a:p>
            <a:pPr marL="0" indent="0">
              <a:buNone/>
            </a:pPr>
            <a:r>
              <a:rPr lang="es-CO" sz="2000" b="1" dirty="0" smtClean="0">
                <a:solidFill>
                  <a:schemeClr val="accent1">
                    <a:lumMod val="75000"/>
                  </a:schemeClr>
                </a:solidFill>
              </a:rPr>
              <a:t>Duración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: 2 semanas</a:t>
            </a:r>
          </a:p>
          <a:p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Toma de requerimientos funcionales y no funcionales</a:t>
            </a:r>
            <a:endParaRPr lang="es-MX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MX" sz="2000" dirty="0">
                <a:solidFill>
                  <a:schemeClr val="accent1">
                    <a:lumMod val="75000"/>
                  </a:schemeClr>
                </a:solidFill>
              </a:rPr>
              <a:t>Revisión del formato de archivos TXT y estructura </a:t>
            </a:r>
            <a:r>
              <a:rPr lang="es-MX" sz="2000" dirty="0" smtClean="0">
                <a:solidFill>
                  <a:schemeClr val="accent1">
                    <a:lumMod val="75000"/>
                  </a:schemeClr>
                </a:solidFill>
              </a:rPr>
              <a:t>esperada.</a:t>
            </a:r>
          </a:p>
          <a:p>
            <a:pPr marL="0" indent="0">
              <a:buNone/>
            </a:pPr>
            <a:r>
              <a:rPr lang="es-MX" sz="2000" b="1" dirty="0" smtClean="0">
                <a:solidFill>
                  <a:schemeClr val="accent1">
                    <a:lumMod val="75000"/>
                  </a:schemeClr>
                </a:solidFill>
              </a:rPr>
              <a:t>Entregables</a:t>
            </a:r>
          </a:p>
          <a:p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Documento de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requerimientos</a:t>
            </a:r>
          </a:p>
          <a:p>
            <a:r>
              <a:rPr lang="es-CO" sz="2000" dirty="0">
                <a:solidFill>
                  <a:schemeClr val="accent1">
                    <a:lumMod val="75000"/>
                  </a:schemeClr>
                </a:solidFill>
              </a:rPr>
              <a:t>Ejemplos </a:t>
            </a:r>
            <a:r>
              <a:rPr lang="es-CO" sz="2000" dirty="0" smtClean="0">
                <a:solidFill>
                  <a:schemeClr val="accent1">
                    <a:lumMod val="75000"/>
                  </a:schemeClr>
                </a:solidFill>
              </a:rPr>
              <a:t>estructurados                                                                                                                                                                    </a:t>
            </a:r>
            <a:endParaRPr lang="es-MX" sz="20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90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sndAc>
          <p:stSnd>
            <p:snd r:embed="rId2" name="click.wav"/>
          </p:stSnd>
        </p:sndAc>
      </p:transition>
    </mc:Choice>
    <mc:Fallback xmlns="">
      <p:transition>
        <p:sndAc>
          <p:stSnd>
            <p:snd r:embed="rId5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26025</TotalTime>
  <Words>77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Proyecto Chatbot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Diapositiva</dc:title>
  <dc:creator>Juan Diego Gomez</dc:creator>
  <cp:lastModifiedBy>Carlos Jairton Valderrama Orobio</cp:lastModifiedBy>
  <cp:revision>255</cp:revision>
  <cp:lastPrinted>2024-04-10T22:11:33Z</cp:lastPrinted>
  <dcterms:created xsi:type="dcterms:W3CDTF">2023-12-29T14:28:09Z</dcterms:created>
  <dcterms:modified xsi:type="dcterms:W3CDTF">2025-06-18T12:06:30Z</dcterms:modified>
</cp:coreProperties>
</file>