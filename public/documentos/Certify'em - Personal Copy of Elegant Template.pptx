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51435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aca7f0e6_0_1:notes"/>
          <p:cNvSpPr txBox="1"/>
          <p:nvPr>
            <p:ph idx="1" type="body"/>
          </p:nvPr>
        </p:nvSpPr>
        <p:spPr>
          <a:xfrm>
            <a:off x="685789" y="4343380"/>
            <a:ext cx="54864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4aca7f0e6_0_1:notes"/>
          <p:cNvSpPr/>
          <p:nvPr>
            <p:ph idx="2" type="sldImg"/>
          </p:nvPr>
        </p:nvSpPr>
        <p:spPr>
          <a:xfrm>
            <a:off x="1143221" y="685793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50" y="841772"/>
            <a:ext cx="58293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857250" y="2701529"/>
            <a:ext cx="5143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71488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71488" y="1369219"/>
            <a:ext cx="5915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67916" y="1282304"/>
            <a:ext cx="5915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67916" y="3442098"/>
            <a:ext cx="59151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71488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71488" y="1369219"/>
            <a:ext cx="2914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471863" y="1369219"/>
            <a:ext cx="2914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72381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72381" y="1260872"/>
            <a:ext cx="29013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72381" y="1878806"/>
            <a:ext cx="29013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471863" y="1260872"/>
            <a:ext cx="2915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471863" y="1878806"/>
            <a:ext cx="29157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71488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72381" y="342900"/>
            <a:ext cx="2211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915543" y="740570"/>
            <a:ext cx="34719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2381" y="1543050"/>
            <a:ext cx="22119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72381" y="342900"/>
            <a:ext cx="2211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2915543" y="740570"/>
            <a:ext cx="34719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72381" y="1543050"/>
            <a:ext cx="22119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71488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97263" y="43369"/>
            <a:ext cx="3263400" cy="5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467663" y="1713994"/>
            <a:ext cx="43590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67231" y="278044"/>
            <a:ext cx="43590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488" y="273844"/>
            <a:ext cx="5915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488" y="1369219"/>
            <a:ext cx="5915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71488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271713" y="4767263"/>
            <a:ext cx="231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843463" y="4767263"/>
            <a:ext cx="154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619750" y="1522455"/>
            <a:ext cx="56670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50" lIns="51575" spcFirstLastPara="1" rIns="51575" wrap="square" tIns="2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100" u="none" cap="none" strike="noStrike">
                <a:solidFill>
                  <a:srgbClr val="001236"/>
                </a:solidFill>
                <a:latin typeface="Arial"/>
                <a:ea typeface="Arial"/>
                <a:cs typeface="Arial"/>
                <a:sym typeface="Arial"/>
              </a:rPr>
              <a:t>El Hospital Universitario del Valle “Evaristo García” E.S.E.</a:t>
            </a:r>
            <a:endParaRPr b="1" i="0" sz="1100" u="none" cap="none" strike="noStrike">
              <a:solidFill>
                <a:srgbClr val="0012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619750" y="1912976"/>
            <a:ext cx="56670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50" lIns="51575" spcFirstLastPara="1" rIns="51575" wrap="square" tIns="2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ja" sz="1100" u="none" cap="none" strike="noStrike">
                <a:solidFill>
                  <a:srgbClr val="001236"/>
                </a:solidFill>
                <a:latin typeface="Arial"/>
                <a:ea typeface="Arial"/>
                <a:cs typeface="Arial"/>
                <a:sym typeface="Arial"/>
              </a:rPr>
              <a:t> Hace Constar que:</a:t>
            </a:r>
            <a:endParaRPr b="1" i="1" sz="1100" u="none" cap="none" strike="noStrike">
              <a:solidFill>
                <a:srgbClr val="0012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2315" y="2565158"/>
            <a:ext cx="4093369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1388508" y="1660817"/>
            <a:ext cx="41394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50" lIns="51575" spcFirstLastPara="1" rIns="51575" wrap="square" tIns="2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2593731" y="2570879"/>
            <a:ext cx="482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1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C.C</a:t>
            </a:r>
            <a:endParaRPr b="0" i="0" sz="1100" u="none" cap="none" strike="noStrike">
              <a:solidFill>
                <a:srgbClr val="0012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9125" y="2306832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4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&lt;&lt;Nombre&gt;&gt;</a:t>
            </a:r>
            <a:endParaRPr b="1" i="0" sz="1200" u="none" cap="none" strike="noStrike">
              <a:solidFill>
                <a:srgbClr val="0012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2784356" y="2558792"/>
            <a:ext cx="1347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2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&lt;&lt;Cc&gt;&gt;</a:t>
            </a:r>
            <a:endParaRPr b="1" i="0" sz="1100" u="none" cap="none" strike="noStrike">
              <a:solidFill>
                <a:srgbClr val="0012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0" y="277778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j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Aprobó:</a:t>
            </a:r>
            <a:endParaRPr b="1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0" y="3119810"/>
            <a:ext cx="685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15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INDUCCIÓN INSTITUCIONAL</a:t>
            </a:r>
            <a:endParaRPr b="1" i="0" sz="1500" u="none" cap="none" strike="noStrike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0" y="3504846"/>
            <a:ext cx="6858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el nivel esperado de dominio y una intensidad de (16) horas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Finalizado el </a:t>
            </a:r>
            <a:r>
              <a:rPr lang="ja" sz="1100">
                <a:solidFill>
                  <a:schemeClr val="dk1"/>
                </a:solidFill>
              </a:rPr>
              <a:t>&lt;&lt;Marca temporal&gt;&gt;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2146532" y="4311100"/>
            <a:ext cx="2565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" sz="9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BÁRBARA ELIZABETH VILLA HENAO</a:t>
            </a:r>
            <a:endParaRPr b="1" i="0" sz="900" u="none" cap="none" strike="noStrike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900" u="none" cap="none" strike="noStrike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Jefe Oficina Coordinadora Académica</a:t>
            </a:r>
            <a:endParaRPr b="0" i="0" sz="900" u="none" cap="none" strike="noStrike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